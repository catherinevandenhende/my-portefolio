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x="12192000" cy="6858000"/>
  <p:notesSz cx="6669088" cy="992663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658614E-10B2-4B92-AE3F-5D095AA18747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357120" y="1241280"/>
            <a:ext cx="5954400" cy="33494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66720" y="4776840"/>
            <a:ext cx="5335200" cy="3908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"/>
          </p:nvPr>
        </p:nvSpPr>
        <p:spPr>
          <a:xfrm>
            <a:off x="3778200" y="9429840"/>
            <a:ext cx="2889000" cy="496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AE153E-56DF-4C5E-86E9-A4F6570691E8}" type="slidenum"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4" descr="Une image contenant bleu, Bleu électrique, bleu vert, Graphique&#10;&#10;Description générée automatiquement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3111120" y="5041800"/>
            <a:ext cx="5969160" cy="46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ffffff"/>
                </a:solidFill>
                <a:latin typeface="Mulish"/>
                <a:ea typeface="Inter Tight"/>
              </a:rPr>
              <a:t>Kick-off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8" descr="Une image contenant capture d’écran, noir, obscurité&#10;&#10;Description générée automatiquement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771120" y="1095840"/>
            <a:ext cx="11067120" cy="4964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Inter Tight"/>
                <a:ea typeface="Inter Tight"/>
              </a:rPr>
              <a:t>Modifier les styles du texte du masque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Inter Tight"/>
                <a:ea typeface="Inter Tight"/>
              </a:rPr>
              <a:t>Deuxième niveau</a:t>
            </a:r>
            <a:endParaRPr b="0" lang="fr-FR" sz="1600" spc="-1" strike="noStrike">
              <a:solidFill>
                <a:srgbClr val="000000"/>
              </a:solidFill>
              <a:latin typeface="Calibri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Inter Tight"/>
                <a:ea typeface="Inter Tight"/>
              </a:rPr>
              <a:t>Troisième niveau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771120" y="237240"/>
            <a:ext cx="8299800" cy="62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83000"/>
          </a:bodyPr>
          <a:p>
            <a:pPr indent="0">
              <a:lnSpc>
                <a:spcPct val="90000"/>
              </a:lnSpc>
              <a:buNone/>
            </a:pPr>
            <a:r>
              <a:rPr b="1" lang="fr-FR" sz="2800" spc="-1" strike="noStrike">
                <a:solidFill>
                  <a:srgbClr val="1f485e"/>
                </a:solidFill>
                <a:latin typeface="Mulish"/>
              </a:rPr>
              <a:t>Modifier ici titre slide bulletpoint – bleu Epitech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2" descr="Une image contenant violet, violette, Lilas, capture d’écran&#10;&#10;Description générée automatiquement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9" name="ZoneTexte 3"/>
          <p:cNvSpPr/>
          <p:nvPr/>
        </p:nvSpPr>
        <p:spPr>
          <a:xfrm>
            <a:off x="2621160" y="2705760"/>
            <a:ext cx="7426080" cy="27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8800" spc="-1" strike="noStrike">
                <a:solidFill>
                  <a:srgbClr val="ffffff"/>
                </a:solidFill>
                <a:latin typeface="Inter Tight"/>
              </a:rPr>
              <a:t>Any questions?</a:t>
            </a:r>
            <a:endParaRPr b="0" lang="fr-FR" sz="8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5" descr="Une image contenant logo, symbole, Graphique, Police&#10;&#10;Description générée automatiquement"/>
          <p:cNvPicPr/>
          <p:nvPr/>
        </p:nvPicPr>
        <p:blipFill>
          <a:blip r:embed="rId3"/>
          <a:stretch/>
        </p:blipFill>
        <p:spPr>
          <a:xfrm>
            <a:off x="5953320" y="1893600"/>
            <a:ext cx="761760" cy="495360"/>
          </a:xfrm>
          <a:prstGeom prst="rect">
            <a:avLst/>
          </a:prstGeom>
          <a:ln w="0">
            <a:noFill/>
          </a:ln>
        </p:spPr>
      </p:pic>
      <p:sp>
        <p:nvSpPr>
          <p:cNvPr id="81" name="ZoneTexte 3"/>
          <p:cNvSpPr/>
          <p:nvPr/>
        </p:nvSpPr>
        <p:spPr>
          <a:xfrm>
            <a:off x="2621160" y="1029600"/>
            <a:ext cx="7426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3600" spc="-1" strike="noStrike">
                <a:solidFill>
                  <a:srgbClr val="ffffff"/>
                </a:solidFill>
                <a:latin typeface="Inter Tight"/>
              </a:rPr>
              <a:t>Thank you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ubTitle"/>
          </p:nvPr>
        </p:nvSpPr>
        <p:spPr>
          <a:xfrm>
            <a:off x="0" y="2615040"/>
            <a:ext cx="12191760" cy="1875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4800" spc="-1" strike="noStrike">
                <a:solidFill>
                  <a:srgbClr val="ffffff"/>
                </a:solidFill>
                <a:latin typeface="Mulish"/>
                <a:ea typeface="Inter Tight"/>
              </a:rPr>
              <a:t>Bootcamp Java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3111120" y="5041800"/>
            <a:ext cx="5969160" cy="46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800" spc="-1" strike="noStrike">
                <a:solidFill>
                  <a:srgbClr val="ffffff"/>
                </a:solidFill>
                <a:latin typeface="Mulish"/>
                <a:ea typeface="Inter Tight"/>
              </a:rPr>
              <a:t>Kick-off – Jour 01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8" name="Graphique 7" descr=""/>
          <p:cNvPicPr/>
          <p:nvPr/>
        </p:nvPicPr>
        <p:blipFill>
          <a:blip r:embed="rId1"/>
          <a:stretch/>
        </p:blipFill>
        <p:spPr>
          <a:xfrm>
            <a:off x="4200840" y="871920"/>
            <a:ext cx="3789720" cy="141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5432400" y="1292400"/>
            <a:ext cx="5096520" cy="3420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4200" spc="-1" strike="noStrike">
                <a:solidFill>
                  <a:srgbClr val="000000"/>
                </a:solidFill>
                <a:latin typeface="Inter Tight"/>
                <a:ea typeface="Inter Tight"/>
              </a:rPr>
              <a:t>POO</a:t>
            </a:r>
            <a:br>
              <a:rPr sz="4200"/>
            </a:br>
            <a:r>
              <a:rPr b="0" lang="en-GB" sz="4200" spc="-1" strike="noStrike">
                <a:solidFill>
                  <a:srgbClr val="000000"/>
                </a:solidFill>
                <a:latin typeface="Inter Tight"/>
              </a:rPr>
              <a:t> </a:t>
            </a:r>
            <a:endParaRPr b="0" lang="fr-FR" sz="4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4200" spc="-1" strike="noStrike">
                <a:solidFill>
                  <a:srgbClr val="000000"/>
                </a:solidFill>
                <a:latin typeface="Inter Tight"/>
                <a:ea typeface="Inter Tight"/>
              </a:rPr>
              <a:t>Compilateur</a:t>
            </a:r>
            <a:br>
              <a:rPr sz="4200"/>
            </a:br>
            <a:r>
              <a:rPr b="0" lang="en-GB" sz="4200" spc="-1" strike="noStrike">
                <a:solidFill>
                  <a:srgbClr val="000000"/>
                </a:solidFill>
                <a:latin typeface="Inter Tight"/>
              </a:rPr>
              <a:t> </a:t>
            </a:r>
            <a:endParaRPr b="0" lang="fr-FR" sz="4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4200" spc="-1" strike="noStrike">
                <a:solidFill>
                  <a:srgbClr val="000000"/>
                </a:solidFill>
                <a:latin typeface="Inter Tight"/>
                <a:ea typeface="Inter Tight"/>
              </a:rPr>
              <a:t>Algorithmique</a:t>
            </a:r>
            <a:endParaRPr b="0" lang="fr-FR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771120" y="237240"/>
            <a:ext cx="8299800" cy="62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GB" sz="2800" spc="-1" strike="noStrike">
                <a:solidFill>
                  <a:srgbClr val="1f485e"/>
                </a:solidFill>
                <a:latin typeface="Mulish"/>
              </a:rPr>
              <a:t>Concepts clés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Content Placeholder 1"/>
          <p:cNvSpPr/>
          <p:nvPr/>
        </p:nvSpPr>
        <p:spPr>
          <a:xfrm>
            <a:off x="1605240" y="5271120"/>
            <a:ext cx="8618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7000"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2200" spc="-1" strike="noStrike">
                <a:solidFill>
                  <a:srgbClr val="000000"/>
                </a:solidFill>
                <a:latin typeface="Inter Tight"/>
                <a:ea typeface="Inter Tight"/>
              </a:rPr>
              <a:t>Vous devez être capables d’expliquer ces concepts-clés à la fin de la piscine</a:t>
            </a:r>
            <a:r>
              <a:rPr b="0" i="1" lang="en-US" sz="2200" spc="-1" strike="noStrike">
                <a:solidFill>
                  <a:srgbClr val="000000"/>
                </a:solidFill>
                <a:latin typeface="Inter Tight"/>
                <a:ea typeface="Inter Tight"/>
              </a:rPr>
              <a:t>!</a:t>
            </a:r>
            <a:r>
              <a:rPr b="0" i="1" lang="en-GB" sz="2200" spc="-1" strike="noStrike">
                <a:solidFill>
                  <a:srgbClr val="000000"/>
                </a:solidFill>
                <a:latin typeface="Inter Tight"/>
                <a:ea typeface="Inter Tight"/>
              </a:rPr>
              <a:t>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5" descr="A hand holding a key&#10;&#10;Description automatically generated"/>
          <p:cNvPicPr/>
          <p:nvPr/>
        </p:nvPicPr>
        <p:blipFill>
          <a:blip r:embed="rId1"/>
          <a:stretch/>
        </p:blipFill>
        <p:spPr>
          <a:xfrm>
            <a:off x="1191600" y="1492560"/>
            <a:ext cx="3019320" cy="301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4639680" y="1714320"/>
            <a:ext cx="6590160" cy="3190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00"/>
          </a:bodyPr>
          <a:p>
            <a:pPr marL="281160" indent="-281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Inter Tight"/>
                <a:ea typeface="Inter Tight"/>
              </a:rPr>
              <a:t>Installez Java (JSE) et essayez de faire tourner un code simple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marL="281160" indent="-281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Inter Tight"/>
                <a:ea typeface="Inter Tight"/>
              </a:rPr>
              <a:t>Concaténez plusieurs paramètres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marL="281160" indent="-281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Inter Tight"/>
                <a:ea typeface="Inter Tight"/>
              </a:rPr>
              <a:t>Utilisez un paramètre pour changer la sortie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marL="281160" indent="-281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Inter Tight"/>
                <a:ea typeface="Inter Tight"/>
              </a:rPr>
              <a:t>Afficher un paramètre de type “ArrayList &lt;String&gt;” 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marL="281160" indent="-281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Inter Tight"/>
                <a:ea typeface="Inter Tight"/>
              </a:rPr>
              <a:t>Utilisez un switch case pour un affichage conditionnel à plusieurs options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marL="281160" indent="-281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Inter Tight"/>
                <a:ea typeface="Inter Tight"/>
              </a:rPr>
              <a:t>Prenez un nombre inconnu de paramètres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marL="281160" indent="-2811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Inter Tight"/>
                <a:ea typeface="Inter Tight"/>
              </a:rPr>
              <a:t>Intégrez un algorithme simple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771120" y="237240"/>
            <a:ext cx="8299800" cy="62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GB" sz="2800" spc="-1" strike="noStrike">
                <a:solidFill>
                  <a:srgbClr val="1f485e"/>
                </a:solidFill>
                <a:latin typeface="Mulish"/>
              </a:rPr>
              <a:t>Résumé de la journée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" name="Picture 4" descr="A clipboard with a magnifying glass and checklist&#10;&#10;Description automatically generated"/>
          <p:cNvPicPr/>
          <p:nvPr/>
        </p:nvPicPr>
        <p:blipFill>
          <a:blip r:embed="rId1"/>
          <a:stretch/>
        </p:blipFill>
        <p:spPr>
          <a:xfrm>
            <a:off x="405360" y="1492920"/>
            <a:ext cx="3871800" cy="387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5461EC25B6D840AF7EA2EE3540BDC2" ma:contentTypeVersion="36" ma:contentTypeDescription="Crée un document." ma:contentTypeScope="" ma:versionID="ec07d5e31b4ed7a8e8667140450dee0b">
  <xsd:schema xmlns:xsd="http://www.w3.org/2001/XMLSchema" xmlns:xs="http://www.w3.org/2001/XMLSchema" xmlns:p="http://schemas.microsoft.com/office/2006/metadata/properties" xmlns:ns1="http://schemas.microsoft.com/sharepoint/v3" xmlns:ns2="90face15-de70-4464-be80-4af667389416" xmlns:ns3="c198cf11-3a17-4b42-8b38-7c0f01616542" targetNamespace="http://schemas.microsoft.com/office/2006/metadata/properties" ma:root="true" ma:fieldsID="693cf828ff1a88f5acd574f864bad8f6" ns1:_="" ns2:_="" ns3:_="">
    <xsd:import namespace="http://schemas.microsoft.com/sharepoint/v3"/>
    <xsd:import namespace="90face15-de70-4464-be80-4af667389416"/>
    <xsd:import namespace="c198cf11-3a17-4b42-8b38-7c0f01616542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6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37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ace15-de70-4464-be80-4af667389416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3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1" nillable="true" ma:taxonomy="true" ma:internalName="lcf76f155ced4ddcb4097134ff3c332f" ma:taxonomyFieldName="MediaServiceImageTags" ma:displayName="Balises d’image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8cf11-3a17-4b42-8b38-7c0f01616542" elementFormDefault="qualified">
    <xsd:import namespace="http://schemas.microsoft.com/office/2006/documentManagement/types"/>
    <xsd:import namespace="http://schemas.microsoft.com/office/infopath/2007/PartnerControls"/>
    <xsd:element name="SharedWithUsers" ma:index="3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2" nillable="true" ma:displayName="Taxonomy Catch All Column" ma:hidden="true" ma:list="{1d7ee8bc-0010-450a-9e03-1cbd8667ef59}" ma:internalName="TaxCatchAll" ma:showField="CatchAllData" ma:web="c198cf11-3a17-4b42-8b38-7c0f016165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98cf11-3a17-4b42-8b38-7c0f01616542" xsi:nil="true"/>
    <lcf76f155ced4ddcb4097134ff3c332f xmlns="90face15-de70-4464-be80-4af667389416">
      <Terms xmlns="http://schemas.microsoft.com/office/infopath/2007/PartnerControls"/>
    </lcf76f155ced4ddcb4097134ff3c332f>
    <SharedWithUsers xmlns="c198cf11-3a17-4b42-8b38-7c0f01616542">
      <UserInfo>
        <DisplayName/>
        <AccountId xsi:nil="true"/>
        <AccountType/>
      </UserInfo>
    </SharedWithUsers>
    <Math_Settings xmlns="90face15-de70-4464-be80-4af667389416" xsi:nil="true"/>
    <Owner xmlns="90face15-de70-4464-be80-4af667389416">
      <UserInfo>
        <DisplayName/>
        <AccountId xsi:nil="true"/>
        <AccountType/>
      </UserInfo>
    </Owner>
    <Distribution_Groups xmlns="90face15-de70-4464-be80-4af667389416" xsi:nil="true"/>
    <_ip_UnifiedCompliancePolicyUIAction xmlns="http://schemas.microsoft.com/sharepoint/v3" xsi:nil="true"/>
    <LMS_Mappings xmlns="90face15-de70-4464-be80-4af667389416" xsi:nil="true"/>
    <NotebookType xmlns="90face15-de70-4464-be80-4af667389416" xsi:nil="true"/>
    <Leaders xmlns="90face15-de70-4464-be80-4af667389416">
      <UserInfo>
        <DisplayName/>
        <AccountId xsi:nil="true"/>
        <AccountType/>
      </UserInfo>
    </Leaders>
    <Invited_Leaders xmlns="90face15-de70-4464-be80-4af667389416" xsi:nil="true"/>
    <IsNotebookLocked xmlns="90face15-de70-4464-be80-4af667389416" xsi:nil="true"/>
    <Templates xmlns="90face15-de70-4464-be80-4af667389416" xsi:nil="true"/>
    <Has_Leaders_Only_SectionGroup xmlns="90face15-de70-4464-be80-4af667389416" xsi:nil="true"/>
    <TeamsChannelId xmlns="90face15-de70-4464-be80-4af667389416" xsi:nil="true"/>
    <_ip_UnifiedCompliancePolicyProperties xmlns="http://schemas.microsoft.com/sharepoint/v3" xsi:nil="true"/>
    <Self_Registration_Enabled xmlns="90face15-de70-4464-be80-4af667389416" xsi:nil="true"/>
    <CultureName xmlns="90face15-de70-4464-be80-4af667389416" xsi:nil="true"/>
    <Is_Collaboration_Space_Locked xmlns="90face15-de70-4464-be80-4af667389416" xsi:nil="true"/>
    <Members xmlns="90face15-de70-4464-be80-4af667389416">
      <UserInfo>
        <DisplayName/>
        <AccountId xsi:nil="true"/>
        <AccountType/>
      </UserInfo>
    </Members>
    <Member_Groups xmlns="90face15-de70-4464-be80-4af667389416">
      <UserInfo>
        <DisplayName/>
        <AccountId xsi:nil="true"/>
        <AccountType/>
      </UserInfo>
    </Member_Groups>
    <FolderType xmlns="90face15-de70-4464-be80-4af667389416" xsi:nil="true"/>
    <AppVersion xmlns="90face15-de70-4464-be80-4af667389416" xsi:nil="true"/>
    <DefaultSectionNames xmlns="90face15-de70-4464-be80-4af667389416" xsi:nil="true"/>
    <Invited_Members xmlns="90face15-de70-4464-be80-4af667389416" xsi:nil="true"/>
  </documentManagement>
</p:properties>
</file>

<file path=customXml/itemProps1.xml><?xml version="1.0" encoding="utf-8"?>
<ds:datastoreItem xmlns:ds="http://schemas.openxmlformats.org/officeDocument/2006/customXml" ds:itemID="{8ED7B8E9-05FA-4D68-ADF0-599FBAA63BC5}">
  <ds:schemaRefs>
    <ds:schemaRef ds:uri="90face15-de70-4464-be80-4af667389416"/>
    <ds:schemaRef ds:uri="c198cf11-3a17-4b42-8b38-7c0f0161654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96F0409-FD6C-4B9A-92EA-4169C46F05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D749D4-8CB5-4188-8A00-B45B0553EE38}">
  <ds:schemaRefs>
    <ds:schemaRef ds:uri="c198cf11-3a17-4b42-8b38-7c0f01616542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0face15-de70-4464-be80-4af667389416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Application>LibreOffice/7.4.7.2$Linux_X86_64 LibreOffice_project/40$Build-2</Application>
  <AppVersion>15.0000</AppVersion>
  <Words>78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2018-07-13T09:31:17Z</dcterms:created>
  <dc:creator>Fabien Rollo</dc:creator>
  <dc:description/>
  <dc:language>fr-FR</dc:language>
  <cp:lastModifiedBy/>
  <cp:lastPrinted>2020-07-06T09:25:56Z</cp:lastPrinted>
  <dcterms:modified xsi:type="dcterms:W3CDTF">2026-03-08T19:37:00Z</dcterms:modified>
  <cp:revision>27</cp:revision>
  <dc:subject/>
  <dc:title>Template_PPT_ISEG_2018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0x010100EFAAE9954E16144CA2E716033DA83085</vt:lpwstr>
  </property>
  <property fmtid="{D5CDD505-2E9C-101B-9397-08002B2CF9AE}" pid="4" name="MediaServiceImageTags">
    <vt:lpwstr/>
  </property>
  <property fmtid="{D5CDD505-2E9C-101B-9397-08002B2CF9AE}" pid="5" name="Notes">
    <vt:i4>1</vt:i4>
  </property>
  <property fmtid="{D5CDD505-2E9C-101B-9397-08002B2CF9AE}" pid="6" name="Order">
    <vt:lpwstr>50746000.0000000</vt:lpwstr>
  </property>
  <property fmtid="{D5CDD505-2E9C-101B-9397-08002B2CF9AE}" pid="7" name="PresentationFormat">
    <vt:lpwstr>Widescreen</vt:lpwstr>
  </property>
  <property fmtid="{D5CDD505-2E9C-101B-9397-08002B2CF9AE}" pid="8" name="Slides">
    <vt:i4>4</vt:i4>
  </property>
  <property fmtid="{D5CDD505-2E9C-101B-9397-08002B2CF9AE}" pid="9" name="TemplateUrl">
    <vt:lpwstr/>
  </property>
  <property fmtid="{D5CDD505-2E9C-101B-9397-08002B2CF9AE}" pid="10" name="TriggerFlowInfo">
    <vt:lpwstr/>
  </property>
  <property fmtid="{D5CDD505-2E9C-101B-9397-08002B2CF9AE}" pid="11" name="_ExtendedDescription">
    <vt:lpwstr/>
  </property>
  <property fmtid="{D5CDD505-2E9C-101B-9397-08002B2CF9AE}" pid="12" name="_dlc_DocIdItemGuid">
    <vt:lpwstr>14edaaf2-e921-4a0f-ae0f-50a99c397da2</vt:lpwstr>
  </property>
  <property fmtid="{D5CDD505-2E9C-101B-9397-08002B2CF9AE}" pid="13" name="xd_ProgID">
    <vt:lpwstr/>
  </property>
  <property fmtid="{D5CDD505-2E9C-101B-9397-08002B2CF9AE}" pid="14" name="xd_Signature">
    <vt:lpwstr/>
  </property>
</Properties>
</file>